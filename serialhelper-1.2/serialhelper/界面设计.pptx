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56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22FA37F-432B-F44A-D516-468BBF3E097A}"/>
              </a:ext>
            </a:extLst>
          </p:cNvPr>
          <p:cNvSpPr/>
          <p:nvPr/>
        </p:nvSpPr>
        <p:spPr>
          <a:xfrm>
            <a:off x="1374908" y="192157"/>
            <a:ext cx="7235687" cy="55592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DA2453-100D-4679-C265-FCDAD5B17D48}"/>
              </a:ext>
            </a:extLst>
          </p:cNvPr>
          <p:cNvSpPr/>
          <p:nvPr/>
        </p:nvSpPr>
        <p:spPr>
          <a:xfrm>
            <a:off x="4161181" y="298174"/>
            <a:ext cx="2266121" cy="728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开始扫描（准备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预热）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12DD45-EFD2-23B9-D3A8-04DE8BA69081}"/>
              </a:ext>
            </a:extLst>
          </p:cNvPr>
          <p:cNvSpPr/>
          <p:nvPr/>
        </p:nvSpPr>
        <p:spPr>
          <a:xfrm>
            <a:off x="3422372" y="2242930"/>
            <a:ext cx="2266121" cy="728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开光（</a:t>
            </a:r>
            <a:r>
              <a:rPr lang="en-US" altLang="zh-CN" dirty="0">
                <a:solidFill>
                  <a:schemeClr val="tx1"/>
                </a:solidFill>
              </a:rPr>
              <a:t>start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D777F78-FEF7-384F-087E-ED24B727B525}"/>
              </a:ext>
            </a:extLst>
          </p:cNvPr>
          <p:cNvSpPr/>
          <p:nvPr/>
        </p:nvSpPr>
        <p:spPr>
          <a:xfrm>
            <a:off x="1600199" y="3420716"/>
            <a:ext cx="2113721" cy="7023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输入框（功率调整）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B0EAFE-92BD-C4ED-6EC8-A113B76D289A}"/>
              </a:ext>
            </a:extLst>
          </p:cNvPr>
          <p:cNvSpPr/>
          <p:nvPr/>
        </p:nvSpPr>
        <p:spPr>
          <a:xfrm>
            <a:off x="4290386" y="3477038"/>
            <a:ext cx="1861931" cy="5897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C0C0C0"/>
                </a:highlight>
              </a:rPr>
              <a:t>缓冲增加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041457-F0AC-5FED-0BDF-CF52EC7CB33A}"/>
              </a:ext>
            </a:extLst>
          </p:cNvPr>
          <p:cNvSpPr/>
          <p:nvPr/>
        </p:nvSpPr>
        <p:spPr>
          <a:xfrm>
            <a:off x="6016483" y="2242930"/>
            <a:ext cx="2266121" cy="728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关光（</a:t>
            </a:r>
            <a:r>
              <a:rPr lang="en-US" altLang="zh-CN" dirty="0">
                <a:solidFill>
                  <a:schemeClr val="tx1"/>
                </a:solidFill>
              </a:rPr>
              <a:t>start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430CC8-D5B3-C36F-FB14-CE1F062F2889}"/>
              </a:ext>
            </a:extLst>
          </p:cNvPr>
          <p:cNvSpPr/>
          <p:nvPr/>
        </p:nvSpPr>
        <p:spPr>
          <a:xfrm>
            <a:off x="4161180" y="4613827"/>
            <a:ext cx="2266121" cy="817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187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9FFD195-A29F-8EFC-C31E-543B3C6942CA}"/>
              </a:ext>
            </a:extLst>
          </p:cNvPr>
          <p:cNvSpPr/>
          <p:nvPr/>
        </p:nvSpPr>
        <p:spPr>
          <a:xfrm>
            <a:off x="1457730" y="881269"/>
            <a:ext cx="3823252" cy="43202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11938DD-D0A6-6E2C-7292-1091DCFD8184}"/>
              </a:ext>
            </a:extLst>
          </p:cNvPr>
          <p:cNvSpPr/>
          <p:nvPr/>
        </p:nvSpPr>
        <p:spPr>
          <a:xfrm>
            <a:off x="2312497" y="1306994"/>
            <a:ext cx="2113721" cy="7023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L1</a:t>
            </a:r>
            <a:r>
              <a:rPr lang="zh-CN" altLang="en-US" dirty="0"/>
              <a:t>开</a:t>
            </a:r>
            <a:r>
              <a:rPr lang="en-US" altLang="zh-CN" dirty="0"/>
              <a:t>/</a:t>
            </a:r>
            <a:r>
              <a:rPr lang="zh-CN" altLang="en-US" dirty="0"/>
              <a:t>关（种子）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A587FE-E609-1D31-82F5-04ABD7747310}"/>
              </a:ext>
            </a:extLst>
          </p:cNvPr>
          <p:cNvSpPr/>
          <p:nvPr/>
        </p:nvSpPr>
        <p:spPr>
          <a:xfrm>
            <a:off x="2312497" y="2625585"/>
            <a:ext cx="2113721" cy="7023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预放开</a:t>
            </a:r>
            <a:r>
              <a:rPr lang="en-US" altLang="zh-CN" dirty="0"/>
              <a:t>/</a:t>
            </a:r>
            <a:r>
              <a:rPr lang="zh-CN" altLang="en-US" dirty="0"/>
              <a:t>关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EC56B38-E6E9-6321-E7B7-6C38A060D657}"/>
              </a:ext>
            </a:extLst>
          </p:cNvPr>
          <p:cNvSpPr/>
          <p:nvPr/>
        </p:nvSpPr>
        <p:spPr>
          <a:xfrm>
            <a:off x="6937506" y="4499113"/>
            <a:ext cx="2113721" cy="7023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功放调整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0A2E20-B448-F8C8-3FED-2DE43640521A}"/>
              </a:ext>
            </a:extLst>
          </p:cNvPr>
          <p:cNvSpPr/>
          <p:nvPr/>
        </p:nvSpPr>
        <p:spPr>
          <a:xfrm>
            <a:off x="2252863" y="3944176"/>
            <a:ext cx="2113721" cy="7023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输入框（功率调整）</a:t>
            </a:r>
            <a:br>
              <a:rPr lang="en-US" altLang="zh-CN" dirty="0"/>
            </a:br>
            <a:r>
              <a:rPr lang="en-US" altLang="zh-CN" dirty="0"/>
              <a:t>2-100%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492D7CE-9169-1B60-63CC-300D726E4BFF}"/>
              </a:ext>
            </a:extLst>
          </p:cNvPr>
          <p:cNvSpPr/>
          <p:nvPr/>
        </p:nvSpPr>
        <p:spPr>
          <a:xfrm>
            <a:off x="6602888" y="3596306"/>
            <a:ext cx="450574" cy="430696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E804E32-AB37-9871-048D-E86905E06728}"/>
              </a:ext>
            </a:extLst>
          </p:cNvPr>
          <p:cNvSpPr/>
          <p:nvPr/>
        </p:nvSpPr>
        <p:spPr>
          <a:xfrm>
            <a:off x="6602888" y="2294286"/>
            <a:ext cx="450574" cy="430696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0AB132B-658D-7299-9870-4BF966A06813}"/>
              </a:ext>
            </a:extLst>
          </p:cNvPr>
          <p:cNvSpPr/>
          <p:nvPr/>
        </p:nvSpPr>
        <p:spPr>
          <a:xfrm>
            <a:off x="6602888" y="959124"/>
            <a:ext cx="450574" cy="430696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92318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</Words>
  <Application>Microsoft Office PowerPoint</Application>
  <PresentationFormat>宽屏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Antis</dc:creator>
  <cp:lastModifiedBy>kd h</cp:lastModifiedBy>
  <cp:revision>26</cp:revision>
  <dcterms:created xsi:type="dcterms:W3CDTF">2023-08-09T12:44:00Z</dcterms:created>
  <dcterms:modified xsi:type="dcterms:W3CDTF">2026-05-20T08:43:17Z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